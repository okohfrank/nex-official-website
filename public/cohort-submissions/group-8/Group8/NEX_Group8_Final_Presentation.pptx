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97BC6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 RESEARCH AND INNOVATION COHORT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Campus Weeds into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Productive Resources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— Problem, Solution, Cost &amp; Impact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— Next Gen Innovators   |   LASU Epe Campus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renewable resource, currently treated as waste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480560"/>
          </a:xfrm>
          <a:prstGeom prst="roundRect">
            <a:avLst>
              <a:gd name="adj" fmla="val 2449"/>
            </a:avLst>
          </a:prstGeom>
          <a:solidFill>
            <a:srgbClr val="F5F5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685800" cy="6858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con_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984248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28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campus maintenance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97480"/>
            <a:ext cx="5440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LASU Epe Campus generates a continuous, recurring supply of weed biomass through everyday grounds maintenance.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biomass is currently discarded, left to rot, or burned — even though the species growing on campus can be converted into useful products.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not the presence of weeds. It is the absence of a system to capture the value already being produced.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903720" y="1554480"/>
            <a:ext cx="4709160" cy="4480560"/>
          </a:xfrm>
          <a:prstGeom prst="roundRect">
            <a:avLst>
              <a:gd name="adj" fmla="val 2449"/>
            </a:avLst>
          </a:prstGeom>
          <a:solidFill>
            <a:srgbClr val="2C5F2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903720" y="187452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Second Problem,</a:t>
            </a:r>
            <a:endParaRPr lang="en-US" sz="2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Solution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406640" y="2880360"/>
            <a:ext cx="370332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78040" y="3108960"/>
            <a:ext cx="4206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Sachet "pure water" bags are one of Nigeria's most common plastic waste items — discarded daily, rarely recycled.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tackles both waste streams at once: campus weeds and discarded plastic sachets, combined into one material.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weed-fibre composite waste bin — frame and panel design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&amp;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Weed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633472" y="16002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16352" y="1600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1600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901184" y="16002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84064" y="1600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84064" y="1600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Plastic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168896" y="16002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51776" y="1600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51776" y="1600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Mould into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Panels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9436608" y="160020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19488" y="1600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19488" y="1600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on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 Frame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11064240" cy="3154680"/>
          </a:xfrm>
          <a:prstGeom prst="roundRect">
            <a:avLst>
              <a:gd name="adj" fmla="val 3478"/>
            </a:avLst>
          </a:prstGeom>
          <a:solidFill>
            <a:srgbClr val="EFF5E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Design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611880"/>
            <a:ext cx="6675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molded, one-piece bin would need industrial moulding equipment we don't have. Our design instead uses a simple metal frame with flat, removable composite panels — achievable with basic fabrication tools.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Damaged panels can be individually replaced rather than discarding the whole bin, and the frame itself is reusable.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72400" y="310896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2C5F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30:70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41605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Speargrass : Recycled PET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mass)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4983480"/>
            <a:ext cx="3017520" cy="0"/>
          </a:xfrm>
          <a:prstGeom prst="line">
            <a:avLst/>
          </a:prstGeom>
          <a:noFill/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955280" y="5120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peer-reviewed Nigerian composite research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Research Supports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published Nigerian study (Olusunmade, Bulus &amp; Kashin — Acta Polytechnica) combined speargrass (Imperata cylindrica) with recycled sachet-water plastic.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mat-form composites showed tensile strength 57.27% higher than recycled plastic alone, and 81.23% higher than particulate composites — with tensile modulus increasing by over 300%.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F5F5F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9776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guessing — we are replicating a validated method, using the same fibre and the same plastic, at small scale.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raw materials are already abundant on and around LASU Epe Campus, at no material cost to the team.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Design: Dimensioned Engineering Drawing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 prototype — Speargrass + PET composite (30:70)</a:t>
            </a:r>
            <a:endParaRPr lang="en-US" sz="1300" dirty="0"/>
          </a:p>
        </p:txBody>
      </p:sp>
      <p:pic>
        <p:nvPicPr>
          <p:cNvPr id="4" name="Image 0" descr="eng_draw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8178" y="1097280"/>
            <a:ext cx="843534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Figures From Our Prototype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20-22 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bin capacity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4630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16916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0.4616 m²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514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panel area (5 panels)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46304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16916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2.60 kg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1460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composite mass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319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30:70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754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Speargrass : PET ratio (by mass)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43400" y="3703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3400" y="39319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900 g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4754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Speargrass needed (incl. 15% buffer)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38160" y="370332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38160" y="393192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2,100 g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754880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Recycled PET needed (incl. 15% buffer)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estimates based on published fibre/PET density data — to be validated through physical testing.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Cost: Our Scale Prototyping Method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industrial design practice — applied to our composite panels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698480" y="384048"/>
            <a:ext cx="731520" cy="731520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5" name="Image 0" descr="icon_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530352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630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4630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small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panel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926080" y="14630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246120" y="14630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246120" y="14630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exact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used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14630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943600" y="14630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F5F5F5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0" y="14630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cost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m²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321040" y="14630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8641080" y="1463040"/>
            <a:ext cx="2377440" cy="960120"/>
          </a:xfrm>
          <a:prstGeom prst="roundRect">
            <a:avLst>
              <a:gd name="adj" fmla="val 9524"/>
            </a:avLst>
          </a:prstGeom>
          <a:solidFill>
            <a:srgbClr val="2C5F2D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41080" y="146304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bin size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651760"/>
            <a:ext cx="5440680" cy="3749040"/>
          </a:xfrm>
          <a:prstGeom prst="roundRect">
            <a:avLst>
              <a:gd name="adj" fmla="val 2927"/>
            </a:avLst>
          </a:prstGeom>
          <a:solidFill>
            <a:srgbClr val="EFF5E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Cleanly</a:t>
            </a:r>
            <a:endParaRPr lang="en-US" sz="1650" dirty="0"/>
          </a:p>
        </p:txBody>
      </p:sp>
      <p:sp>
        <p:nvSpPr>
          <p:cNvPr id="19" name="Text 16"/>
          <p:cNvSpPr txBox="1"/>
          <p:nvPr/>
        </p:nvSpPr>
        <p:spPr>
          <a:xfrm>
            <a:off x="822960" y="3429000"/>
            <a:ext cx="4892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weight, plastic weight, and frame steel length are directly proportional to bin size.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test panel gives us a reliable, real per-square-meter material cost.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172200" y="2651760"/>
            <a:ext cx="5440680" cy="3749040"/>
          </a:xfrm>
          <a:prstGeom prst="roundRect">
            <a:avLst>
              <a:gd name="adj" fmla="val 2927"/>
            </a:avLst>
          </a:prstGeom>
          <a:solidFill>
            <a:srgbClr val="1F386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44652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Not Scale Cleanly</a:t>
            </a:r>
            <a:endParaRPr lang="en-US" sz="1650" dirty="0"/>
          </a:p>
        </p:txBody>
      </p:sp>
      <p:sp>
        <p:nvSpPr>
          <p:cNvPr id="22" name="Text 19"/>
          <p:cNvSpPr txBox="1"/>
          <p:nvPr/>
        </p:nvSpPr>
        <p:spPr>
          <a:xfrm>
            <a:off x="6446520" y="3429000"/>
            <a:ext cx="4892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service fees (welding, compression moulding) may carry a fixed minimum charge.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confirm these directly with vendors rather than assuming they shrink proportionally.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Cost: Benchmark Reference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research figures, used as a frame of reference while we finalize our own numbers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698480" y="384048"/>
            <a:ext cx="731520" cy="731520"/>
          </a:xfrm>
          <a:prstGeom prst="ellipse">
            <a:avLst/>
          </a:prstGeom>
          <a:solidFill>
            <a:srgbClr val="6B4423"/>
          </a:solidFill>
          <a:ln/>
        </p:spPr>
      </p:sp>
      <p:pic>
        <p:nvPicPr>
          <p:cNvPr id="5" name="Image 0" descr="icon_coin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3928" y="530352"/>
            <a:ext cx="420624" cy="420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7240" y="160020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natural fibre market cost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160020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B4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$0.20 - $2.10 / kg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60020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range; our fibre is free (campus-sourced) — shows its worth if purchased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FF5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7240" y="2788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Agricultural-residue fibre cost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206240" y="27889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B4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~$0.22 / kg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0" y="278892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match to our grass/weed fibre than general natural fibres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39776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Wood-plastic composite production cost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206240" y="397764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B4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~$0.53/kg (vs. $0.84/kg plastic alone)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0" y="397764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direct comparison — natural-filler composite costs less than plastic alone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FF5E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1663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plastic bin — Nigerian retail price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206240" y="51663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6B44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NGN 6,290 - 12,600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858000" y="5166360"/>
            <a:ext cx="4526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market price for comparable bins — a ceiling reference for our prototype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scaled-prototype figure, once finalized, is what we will present as our actual production cost.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47088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6" name="Image 0" descr="icon_recyc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002536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6002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Waste Streams Solved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160020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weed biomass and discarded sachet plastic both find productive use in one material.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447288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1" name="Image 1" descr="icon_seedl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360273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2004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Campus-Wide Potential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5669280" y="320040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documented estimate of ~13.4 tonnes of dry weed biomass per year shows the campus can sustainably supply material for ongoing production, not just one prototype.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5047488"/>
            <a:ext cx="640080" cy="64008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6" name="Image 2" descr="icon_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202936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8006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LASU Epe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5669280" y="480060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new sustainable composite material, not just a campus fix — with real potential as a market-ready alternative to conventional plastic products.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Vision: What This Could Become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9601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render — branded LASU Epe campus waste bin</a:t>
            </a:r>
            <a:endParaRPr lang="en-US" sz="1300" dirty="0"/>
          </a:p>
        </p:txBody>
      </p:sp>
      <p:pic>
        <p:nvPicPr>
          <p:cNvPr id="4" name="Image 0" descr="bin_rend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34440"/>
            <a:ext cx="3354476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0" y="1463040"/>
            <a:ext cx="6949440" cy="4572000"/>
          </a:xfrm>
          <a:prstGeom prst="roundRect">
            <a:avLst>
              <a:gd name="adj" fmla="val 2400"/>
            </a:avLst>
          </a:prstGeom>
          <a:solidFill>
            <a:srgbClr val="F5F5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846320" y="1691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Real, Adoptable Product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2402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render shows how the final product could look and function on campus — not just a lab sample.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complements our dimensioned engineering drawing: one proves it works on paper, the other shows what it looks like in the real world.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accompanying demo video walks through the full fabrication process, from harvesting the grass to the finished bin.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97BC6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657600" cy="3657600"/>
          </a:xfrm>
          <a:prstGeom prst="ellipse">
            <a:avLst/>
          </a:prstGeom>
          <a:solidFill>
            <a:srgbClr val="97BC62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Campus Waste to</a:t>
            </a:r>
            <a:endParaRPr lang="en-US" sz="36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Material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Group 8: Next Gen Innovators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2026-10-11T11:51:15Z</dcterms:created>
  <dcterms:modified xsi:type="dcterms:W3CDTF">2026-10-11T11:51:15Z</dcterms:modified>
</cp:coreProperties>
</file>